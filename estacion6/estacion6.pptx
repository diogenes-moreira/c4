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Apertura · Del spec al harness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Apertura · Quién les habla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Apertura · El mapa de la estación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Apertura · La ruta de hoy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1 · El modelo propone. El agente actúa.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1 · Lo que rodea al agente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1 · Anatomía de un arnés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1 · Coordinar y conectar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2 · ¿Le darías esta tarea a un agente?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2 · Tres lentes para revisar una spec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2 · La nota define el siguiente paso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2 · Evalúa tu spec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Pausa · Pausa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3 · Una fuente de verdad para cada cosa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3 · design.md: lo que el agente no debe adivinar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3 · Linear como cola de trabajo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4 · De AIDLC a tareas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4 · De la spec al paquete de tareas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4 · El grafo de tareas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4 · Del paquete a Linear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4 · Genera tu grafo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5 · Una tarea atraviesa el loop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5 · Meta-arnés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5 · OpenSymphony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· Antes de la estación 7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· Recursos</a:t>
            </a:r>
          </a:p>
          <a:p>
            <a:r>
              <a:t>Guion completo: estacion6/fuente/guion.md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" descr="Del spec al harness (Apertura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" descr="Quién les habla (Apertura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" descr="El mapa de la estación (Apertura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4" descr="La ruta de hoy (Apertura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5" descr="El modelo propone. El agente actúa. (Módulo 1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6" descr="Lo que rodea al agente (Módulo 1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7" descr="Anatomía de un arnés (Módulo 1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8" descr="Coordinar y conectar (Módulo 1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9" descr="¿Le darías esta tarea a un agente? (Módulo 2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0" descr="Tres lentes para revisar una spec (Módulo 2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1" descr="La nota define el siguiente paso (Módulo 2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2" descr="Evalúa tu spec (Módulo 2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3" descr="Pausa (Pausa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4" descr="Una fuente de verdad para cada cosa (Módulo 3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5" descr="design.md: lo que el agente no debe adivinar (Módulo 3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6" descr="Linear como cola de trabajo (Módulo 3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7" descr="De AIDLC a tareas (Módulo 4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8" descr="De la spec al paquete de tareas (Módulo 4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9" descr="El grafo de tareas (Módulo 4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0" descr="Del paquete a Linear (Módulo 4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1" descr="Genera tu grafo (Módulo 4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2" descr="Una tarea atraviesa el loop (Módulo 5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3" descr="Meta-arnés (Módulo 5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4" descr="OpenSymphony (Módulo 5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5" descr="Antes de la estación 7 (Cierr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6" descr="Recursos (Cierr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