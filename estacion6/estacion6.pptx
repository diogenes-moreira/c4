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Del spec al harness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Quién les habla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El mapa de la estación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La ruta de hoy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El modelo propone. El agente actúa.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Lo que rodea al agente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Anatomía de un arnés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Coordinar y conectar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¿Le darías esta tarea a un agente?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Tres lentes para revisar una spec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La nota define el siguiente paso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 · Evalúa tu spec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 · Pausa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 · Una fuente de verdad para cada cosa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 · design.md: lo que el agente no debe adivinar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 · Linear como cola de trabajo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De AIDLC a tareas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De la spec al paquete de tareas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El grafo de tareas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Del paquete a Linear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 · Genera tu grafo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 · Una tarea atraviesa el loop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 · Meta-arnés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 · OpenSymphony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· Antes de la estación 7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· Recursos</a:t>
            </a:r>
          </a:p>
          <a:p>
            <a:r>
              <a:t>Guion completo: estacion6/fuente/guion.md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Del spec al harness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Quién les habla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El mapa de la estación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La ruta de hoy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El modelo propone. El agente actúa. (Módulo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Lo que rodea al agente (Módulo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Anatomía de un arnés (Módulo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Coordinar y conectar (Módulo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¿Le darías esta tarea a un agente? (Módulo 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Tres lentes para revisar una spec (Módulo 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La nota define el siguiente paso (Módulo 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Evalúa tu spec (Módulo 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Pausa (Paus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Una fuente de verdad para cada cosa (Módulo 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" descr="design.md: lo que el agente no debe adivinar (Módulo 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" descr="Linear como cola de trabajo (Módulo 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" descr="De AIDLC a tareas (Módulo 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" descr="De la spec al paquete de tareas (Módulo 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" descr="El grafo de tareas (Módulo 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" descr="Del paquete a Linear (Módulo 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" descr="Genera tu grafo (Módulo 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" descr="Una tarea atraviesa el loop (Módulo 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" descr="Meta-arnés (Módulo 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" descr="OpenSymphony (Módulo 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5" descr="Antes de la estación 7 (Cierr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6" descr="Recursos (Cierr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