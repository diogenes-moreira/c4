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Del backlog al merge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Una rebanada, de punta a punta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Tres semanas hasta el Demo Day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· La ruta de hoy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Mínima · La spec mínima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Mínima · Ejemplo de spec mínima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Mínima · De la spec al plan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Mínima · Spec y plan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· Una tarea atraviesa el loop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 · El prompt de implementación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Laboratorio · Laboratorio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Laboratorio · Review cruzado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Laboratorio · Lo que viene: orquestar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· Antes de la estación 8</a:t>
            </a:r>
          </a:p>
          <a:p>
            <a:r>
              <a:t>Guía del laboratorio: estacion7/laboratorio.md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" descr="Del backlog al merge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Una rebanada, de punta a punta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Tres semanas hasta el Demo Day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La ruta de hoy (Apertur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La spec mínima (Spec Mínim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Ejemplo de spec mínima (Spec Mínim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De la spec al plan (Spec Mínim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Spec y plan (Spec Mínima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Una tarea atraviesa el loop (Demo En Viv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El prompt de implementación (Demo En Viv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" descr="Laboratorio (Laboratori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" descr="Review cruzado (Laboratori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" descr="Lo que viene: orquestar (Laboratori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" descr="Antes de la estación 8 (Cierre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